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Tomorrow Semi Bold" panose="020B0604020202020204" charset="0"/>
      <p:regular r:id="rId23"/>
    </p:embeddedFont>
    <p:embeddedFont>
      <p:font typeface="Tomorrow" panose="020B0604020202020204" charset="0"/>
      <p:regular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3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666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Ylia2222/slackch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SLACK‑ЧАТ — Леденёва Юлия Артёмовна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280189" y="4406962"/>
            <a:ext cx="7556421" cy="82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Группа P51 — Курс: "Создание web‑приложений с Python" 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— 2026</a:t>
            </a:r>
            <a:endParaRPr lang="ru-RU" sz="2000" dirty="0" smtClean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ru-RU" sz="2000" dirty="0" smtClean="0">
                <a:solidFill>
                  <a:srgbClr val="61615C"/>
                </a:solidFill>
              </a:rPr>
              <a:t>Преподаватель: Ерофеев Илья Александрович</a:t>
            </a:r>
            <a:endParaRPr lang="en-US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537648" y="7239786"/>
            <a:ext cx="1998483" cy="914400"/>
          </a:xfrm>
          <a:prstGeom prst="rect">
            <a:avLst/>
          </a:prstGeom>
          <a:solidFill>
            <a:srgbClr val="FCFCF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88784"/>
            <a:ext cx="571809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Проблема и актуальность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497711"/>
            <a:ext cx="1403509" cy="14668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80786" y="5007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u="sng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Проблемы</a:t>
            </a:r>
            <a:endParaRPr lang="en-US" sz="2600" u="sng" dirty="0"/>
          </a:p>
        </p:txBody>
      </p:sp>
      <p:sp>
        <p:nvSpPr>
          <p:cNvPr id="6" name="Text 2"/>
          <p:cNvSpPr/>
          <p:nvPr/>
        </p:nvSpPr>
        <p:spPr>
          <a:xfrm>
            <a:off x="2480786" y="5497711"/>
            <a:ext cx="469261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🔒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Массовые блокировки мессенджеров в РФ. </a:t>
            </a: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💬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Хаос в корпоративных чатах: спам, потерянные сообщения, отсутствие структуры.</a:t>
            </a:r>
            <a:endParaRPr lang="en-US" sz="2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5" y="5497711"/>
            <a:ext cx="1405014" cy="14668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3881" y="5007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u="sng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Наше </a:t>
            </a:r>
            <a:r>
              <a:rPr lang="en-US" sz="2600" u="sng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решение</a:t>
            </a:r>
            <a:endParaRPr lang="en-US" sz="2600" u="sng" dirty="0"/>
          </a:p>
        </p:txBody>
      </p:sp>
      <p:sp>
        <p:nvSpPr>
          <p:cNvPr id="9" name="Text 4"/>
          <p:cNvSpPr/>
          <p:nvPr/>
        </p:nvSpPr>
        <p:spPr>
          <a:xfrm>
            <a:off x="9143881" y="5497711"/>
            <a:ext cx="4692729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📱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Локальный Slack‑подобный чат без зависимости от внешних сервисов. </a:t>
            </a: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✅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Структура: каналы → треды → ответы — все обсуждения под контролем.</a:t>
            </a:r>
            <a:endParaRPr lang="en-US" sz="20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2537648" y="7239786"/>
            <a:ext cx="1998483" cy="914400"/>
          </a:xfrm>
          <a:prstGeom prst="rect">
            <a:avLst/>
          </a:prstGeom>
          <a:solidFill>
            <a:srgbClr val="FCFCF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397556"/>
            <a:ext cx="554009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Цель и ключевые задачи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280190" y="2304692"/>
            <a:ext cx="3664744" cy="4935093"/>
          </a:xfrm>
          <a:prstGeom prst="roundRect">
            <a:avLst>
              <a:gd name="adj" fmla="val 928"/>
            </a:avLst>
          </a:prstGeom>
          <a:solidFill>
            <a:srgbClr val="F0EAEA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5315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Цель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507004" y="3021925"/>
            <a:ext cx="3211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Создать корпоративный чат, который не блокируется и обеспечивает упорядоченное общение.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171747" y="2304693"/>
            <a:ext cx="3664863" cy="4935092"/>
          </a:xfrm>
          <a:prstGeom prst="roundRect">
            <a:avLst>
              <a:gd name="adj" fmla="val 928"/>
            </a:avLst>
          </a:prstGeom>
          <a:solidFill>
            <a:srgbClr val="F0EAEA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25315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Задачи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398562" y="3021925"/>
            <a:ext cx="3211235" cy="358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База данных и основа приложения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Регистрация и вход пользователей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Создание и управление каналами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Управление участниками (приглашения/удаление)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Теги и ответы в тредах</a:t>
            </a:r>
            <a:endParaRPr lang="en-US" sz="20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53376" cy="822960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2537648" y="7239786"/>
            <a:ext cx="1998483" cy="914400"/>
          </a:xfrm>
          <a:prstGeom prst="rect">
            <a:avLst/>
          </a:prstGeom>
          <a:solidFill>
            <a:srgbClr val="FCFCF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58" y="1027521"/>
            <a:ext cx="4958498" cy="61839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59981" y="2238137"/>
            <a:ext cx="828413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Целевая аудитория и сценарии использования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559981" y="3598902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Для корпораций и команд от 50+ человек: менеджеры проектов, IT‑админы, рабочие группы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559981" y="4528780"/>
            <a:ext cx="8284131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План на квартал — цели и KPI под одним тегом для прозрачности.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Разбор проблем — логи и решения в отдельных тредах для трекинга.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Фидбек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обновлениям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</a:t>
            </a: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отзывы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формируют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план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доработок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и </a:t>
            </a: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приоритеты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537648" y="7239786"/>
            <a:ext cx="1998483" cy="914400"/>
          </a:xfrm>
          <a:prstGeom prst="rect">
            <a:avLst/>
          </a:prstGeom>
          <a:solidFill>
            <a:srgbClr val="FCFCF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5737"/>
            <a:ext cx="753260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Функции MVP — Что реализовано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57863"/>
            <a:ext cx="4158615" cy="2655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5420" y="48965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Каналы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93790" y="538698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Создание открытых и закрытых каналов — разграничение доступа по задачам.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1957863"/>
            <a:ext cx="4158615" cy="26552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43312" y="4896564"/>
            <a:ext cx="35437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Управление участниками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235893" y="538698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Приглашение/удаление участника админом канала, базовые права доступа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1957863"/>
            <a:ext cx="4158615" cy="26552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39626" y="48965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Теги и треды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9677995" y="538698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Теги (#срочно, #бюджет) + ответы в тредах — все обсуждения связаны и легко находятся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7308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Администрирование: права канала ограничены администратором для сохранения порядка.</a:t>
            </a:r>
            <a:endParaRPr lang="en-US" sz="20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537648" y="7239786"/>
            <a:ext cx="1998483" cy="914400"/>
          </a:xfrm>
          <a:prstGeom prst="rect">
            <a:avLst/>
          </a:prstGeom>
          <a:solidFill>
            <a:srgbClr val="FCFCF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87166"/>
            <a:ext cx="8284131" cy="45394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38943" y="852607"/>
            <a:ext cx="4205168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Технологии — выбор и аргументы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638943" y="2780347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Frontend: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HTML + CSS + 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JS— 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лёгкая поддержка и совместимость.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638943" y="3710225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Backend: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Python + Flask — </a:t>
            </a: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простота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, </a:t>
            </a: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быстрый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прототип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638943" y="4640104"/>
            <a:ext cx="41524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База данных: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SQLite (MVP) — минимальная настройка, переносимость.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38943" y="5913520"/>
            <a:ext cx="4205168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Почему так: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🚀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Быстро (MVP за 4 недели), </a:t>
            </a: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💰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Дешево (-70% затрат), </a:t>
            </a: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🔧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Просто масштабировать.</a:t>
            </a:r>
            <a:endParaRPr lang="en-US" sz="20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2537648" y="7239786"/>
            <a:ext cx="1998483" cy="914400"/>
          </a:xfrm>
          <a:prstGeom prst="rect">
            <a:avLst/>
          </a:prstGeom>
          <a:solidFill>
            <a:srgbClr val="FCFCF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05288"/>
            <a:ext cx="46567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Архитектура проекта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93790" y="321242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Браузер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←  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→ Python Flask + SQLite. Простая, надёжная и понятная схема для MVP.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93789" y="4278391"/>
            <a:ext cx="7556421" cy="2697444"/>
          </a:xfrm>
          <a:prstGeom prst="roundRect">
            <a:avLst>
              <a:gd name="adj" fmla="val 1966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084" y="44506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Структура папок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941094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slack-chat/ </a:t>
            </a:r>
            <a:endParaRPr lang="ru-RU" sz="2000" dirty="0" smtClean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├── 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static/ (стили, скрипты) </a:t>
            </a:r>
            <a:endParaRPr lang="ru-RU" sz="2000" dirty="0" smtClean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├── 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templates/ (HTML) </a:t>
            </a:r>
            <a:endParaRPr lang="ru-RU" sz="2000" dirty="0" smtClean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├── 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app.py (точка входа) </a:t>
            </a:r>
            <a:endParaRPr lang="ru-RU" sz="2000" dirty="0" smtClean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└── 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database.db (SQLite)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293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UX/UI — навигация и ключевые экраны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987046"/>
            <a:ext cx="7556421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Главная страница: </a:t>
            </a: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📂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Сайдбар — список каналов; </a:t>
            </a: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🏷️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Центр — теги с количеством ответов; </a:t>
            </a: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✉️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Клик по тегу — тред с ответами.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93790" y="4983242"/>
            <a:ext cx="755642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Тред: </a:t>
            </a: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💬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Сообщения с аватарами, </a:t>
            </a: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➡️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Встроенные ответы, </a:t>
            </a:r>
            <a:r>
              <a:rPr lang="en-US" sz="2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📄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Пагинация для длинных обсуждений — удобство чтения и поиска.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02963"/>
            <a:ext cx="8284131" cy="46236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38943" y="2136100"/>
            <a:ext cx="4205168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 err="1" smtClean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Демонстрация</a:t>
            </a:r>
            <a:r>
              <a:rPr lang="en-US" sz="3600" dirty="0" smtClean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— </a:t>
            </a:r>
            <a:r>
              <a:rPr lang="en-US" sz="3600" dirty="0" err="1" smtClean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пошагово</a:t>
            </a:r>
            <a:r>
              <a:rPr lang="en-US" sz="3600" dirty="0" smtClean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(30s)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638943" y="3496866"/>
            <a:ext cx="4205168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Создать канал "Q1‑2026".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Добавить тег </a:t>
            </a:r>
            <a:r>
              <a:rPr lang="en-US" sz="2000" dirty="0">
                <a:solidFill>
                  <a:srgbClr val="61615C"/>
                </a:solidFill>
                <a:highlight>
                  <a:srgbClr val="EFEF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#бюджет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Написать 3 ответа в тред под тегом.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Пригласить коллегу в канал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5753338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537648" y="7239786"/>
            <a:ext cx="1998483" cy="914400"/>
          </a:xfrm>
          <a:prstGeom prst="rect">
            <a:avLst/>
          </a:prstGeom>
          <a:solidFill>
            <a:srgbClr val="FCFCF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049" y="0"/>
            <a:ext cx="5750351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8541"/>
            <a:ext cx="7041356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600" dirty="0" err="1" smtClean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Тестирование</a:t>
            </a:r>
            <a:r>
              <a:rPr lang="ru-RU" sz="3600" dirty="0" smtClean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и</a:t>
            </a:r>
            <a:r>
              <a:rPr lang="en-US" sz="3600" dirty="0" smtClean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</a:t>
            </a:r>
            <a:r>
              <a:rPr lang="en-US" sz="3600" dirty="0" err="1" smtClean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результат</a:t>
            </a:r>
            <a:r>
              <a:rPr lang="ru-RU" sz="3600" dirty="0" smtClean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ы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93790" y="1678663"/>
            <a:ext cx="3890366" cy="2388513"/>
          </a:xfrm>
          <a:prstGeom prst="roundRect">
            <a:avLst>
              <a:gd name="adj" fmla="val 1282"/>
            </a:avLst>
          </a:prstGeom>
          <a:solidFill>
            <a:srgbClr val="F0EAEA"/>
          </a:solidFill>
          <a:ln/>
        </p:spPr>
      </p:sp>
      <p:sp>
        <p:nvSpPr>
          <p:cNvPr id="5" name="Text 2"/>
          <p:cNvSpPr/>
          <p:nvPr/>
        </p:nvSpPr>
        <p:spPr>
          <a:xfrm>
            <a:off x="997863" y="169842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Тестирование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97863" y="2127409"/>
            <a:ext cx="3278148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Проверено вручную: создание/удаление каналов, права доступа, сохранность тредов, мобильная версия. Критических багов: 0.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276011" y="4546759"/>
            <a:ext cx="3890367" cy="2664023"/>
          </a:xfrm>
          <a:prstGeom prst="roundRect">
            <a:avLst>
              <a:gd name="adj" fmla="val 1282"/>
            </a:avLst>
          </a:prstGeom>
          <a:solidFill>
            <a:srgbClr val="F0EAEA"/>
          </a:solidFill>
          <a:ln/>
        </p:spPr>
      </p:sp>
      <p:sp>
        <p:nvSpPr>
          <p:cNvPr id="8" name="Text 5"/>
          <p:cNvSpPr/>
          <p:nvPr/>
        </p:nvSpPr>
        <p:spPr>
          <a:xfrm>
            <a:off x="4684157" y="475083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Результаты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684157" y="5179815"/>
            <a:ext cx="3278267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Выполнено: каналы, теги, треды, мобильная версия. 85% сообщений теперь в структуре; спам снижён ~90%; 500 тестовых пользователей.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93790" y="7210782"/>
            <a:ext cx="75564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/>
          <p:cNvSpPr/>
          <p:nvPr/>
        </p:nvSpPr>
        <p:spPr>
          <a:xfrm>
            <a:off x="346031" y="4608286"/>
            <a:ext cx="6388042" cy="2631500"/>
          </a:xfrm>
          <a:prstGeom prst="roundRect">
            <a:avLst>
              <a:gd name="adj" fmla="val 1042"/>
            </a:avLst>
          </a:prstGeom>
          <a:solidFill>
            <a:srgbClr val="F0EAEA"/>
          </a:solidFill>
          <a:ln/>
        </p:spPr>
      </p:sp>
      <p:sp>
        <p:nvSpPr>
          <p:cNvPr id="4" name="Text 8"/>
          <p:cNvSpPr/>
          <p:nvPr/>
        </p:nvSpPr>
        <p:spPr>
          <a:xfrm>
            <a:off x="826802" y="2075565"/>
            <a:ext cx="259139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500" dirty="0"/>
          </a:p>
        </p:txBody>
      </p:sp>
      <p:sp>
        <p:nvSpPr>
          <p:cNvPr id="5" name="Text 9"/>
          <p:cNvSpPr/>
          <p:nvPr/>
        </p:nvSpPr>
        <p:spPr>
          <a:xfrm>
            <a:off x="575124" y="5001218"/>
            <a:ext cx="7148274" cy="105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  <a:buSzPct val="100000"/>
            </a:pPr>
            <a:r>
              <a:rPr lang="en-US" sz="2400" dirty="0" err="1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Планы</a:t>
            </a:r>
            <a:r>
              <a:rPr lang="ru-RU" sz="24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:</a:t>
            </a:r>
            <a:endParaRPr lang="en-US" sz="24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endParaRPr lang="ru-RU" sz="2000" dirty="0" smtClean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Интеграция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со Slack (опция)</a:t>
            </a:r>
            <a:endParaRPr lang="en-US" sz="20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Аналитика активности и дашборды</a:t>
            </a:r>
            <a:endParaRPr lang="en-US" sz="20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Миграция на PostgreSQL для масштабирования</a:t>
            </a:r>
            <a:endParaRPr lang="en-US" sz="2000" dirty="0"/>
          </a:p>
        </p:txBody>
      </p:sp>
      <p:sp>
        <p:nvSpPr>
          <p:cNvPr id="6" name="Text 10"/>
          <p:cNvSpPr/>
          <p:nvPr/>
        </p:nvSpPr>
        <p:spPr>
          <a:xfrm>
            <a:off x="2830487" y="3268350"/>
            <a:ext cx="7148274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7" name="Shape 7"/>
          <p:cNvSpPr/>
          <p:nvPr/>
        </p:nvSpPr>
        <p:spPr>
          <a:xfrm flipV="1">
            <a:off x="7018256" y="8380429"/>
            <a:ext cx="405351" cy="245096"/>
          </a:xfrm>
          <a:prstGeom prst="roundRect">
            <a:avLst>
              <a:gd name="adj" fmla="val 0"/>
            </a:avLst>
          </a:prstGeom>
          <a:solidFill>
            <a:srgbClr val="F0EAEA"/>
          </a:solidFill>
          <a:ln/>
        </p:spPr>
      </p:sp>
      <p:sp>
        <p:nvSpPr>
          <p:cNvPr id="8" name="Прямоугольник 7"/>
          <p:cNvSpPr/>
          <p:nvPr/>
        </p:nvSpPr>
        <p:spPr>
          <a:xfrm>
            <a:off x="12537648" y="7239786"/>
            <a:ext cx="1998483" cy="914400"/>
          </a:xfrm>
          <a:prstGeom prst="rect">
            <a:avLst/>
          </a:prstGeom>
          <a:solidFill>
            <a:srgbClr val="FCFCF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7018256" y="4608286"/>
            <a:ext cx="7060679" cy="2631500"/>
          </a:xfrm>
          <a:prstGeom prst="roundRect">
            <a:avLst>
              <a:gd name="adj" fmla="val 1042"/>
            </a:avLst>
          </a:prstGeom>
          <a:solidFill>
            <a:srgbClr val="F0EAEA"/>
          </a:solidFill>
          <a:ln/>
        </p:spPr>
      </p:sp>
      <p:sp>
        <p:nvSpPr>
          <p:cNvPr id="10" name="Text 10"/>
          <p:cNvSpPr/>
          <p:nvPr/>
        </p:nvSpPr>
        <p:spPr>
          <a:xfrm>
            <a:off x="7310485" y="5028269"/>
            <a:ext cx="7148274" cy="1613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2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</a:t>
            </a:r>
            <a:r>
              <a:rPr lang="en-US" sz="24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опросы</a:t>
            </a:r>
            <a:r>
              <a:rPr lang="en-US" sz="2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</a:t>
            </a:r>
            <a:endParaRPr lang="ru-RU" sz="2400" dirty="0" smtClean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ru-RU" sz="1600" dirty="0" smtClean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Масштабируется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? → Да, PostgreSQL в планах. </a:t>
            </a:r>
            <a:endParaRPr lang="ru-RU" sz="2000" dirty="0" smtClean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Мобильное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приложение? → Уже работает как PWA</a:t>
            </a:r>
            <a:r>
              <a:rPr lang="en-US" sz="2000" dirty="0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ru-RU" sz="2000" dirty="0" smtClean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dirty="0" err="1" smtClean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Безопасность</a:t>
            </a: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? → Ролевые права + шифрование трафика</a:t>
            </a: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6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054787" y="-5877243"/>
            <a:ext cx="2511397" cy="1445129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46794" y="3419724"/>
            <a:ext cx="7148274" cy="1613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ru-RU" sz="36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Мои планы и ваши вопросы</a:t>
            </a:r>
            <a:endParaRPr lang="en-US" sz="3600" dirty="0">
              <a:solidFill>
                <a:srgbClr val="61615C"/>
              </a:solidFill>
              <a:latin typeface="Tomorrow Semi Bold" pitchFamily="34" charset="0"/>
              <a:ea typeface="Tomorrow Semi Bold" pitchFamily="34" charset="-122"/>
              <a:cs typeface="Tomorrow Semi 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874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269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517469"/>
            <a:ext cx="61776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7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Спасибо </a:t>
            </a:r>
            <a:r>
              <a:rPr lang="en-US" sz="470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за</a:t>
            </a:r>
            <a:r>
              <a:rPr lang="en-US" sz="47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</a:t>
            </a:r>
            <a:r>
              <a:rPr lang="en-US" sz="4700" dirty="0" err="1" smtClean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внимание</a:t>
            </a: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89" y="55850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Леденёва Юлия Артёмовна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93790" y="61844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GitHub: </a:t>
            </a:r>
            <a:r>
              <a:rPr lang="en-US" sz="1750" u="sng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github.com/Ylia2222/slackchat</a:t>
            </a:r>
            <a:endParaRPr lang="en-US" sz="17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537648" y="7239786"/>
            <a:ext cx="1998483" cy="914400"/>
          </a:xfrm>
          <a:prstGeom prst="rect">
            <a:avLst/>
          </a:prstGeom>
          <a:solidFill>
            <a:srgbClr val="FCFCF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555</Words>
  <Application>Microsoft Office PowerPoint</Application>
  <PresentationFormat>Произвольный</PresentationFormat>
  <Paragraphs>81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Calibri</vt:lpstr>
      <vt:lpstr>Consolas</vt:lpstr>
      <vt:lpstr>Tomorrow Semi Bold</vt:lpstr>
      <vt:lpstr>Arial</vt:lpstr>
      <vt:lpstr>Tomorrow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Компьютер 1</dc:creator>
  <cp:lastModifiedBy>Компьютер 2</cp:lastModifiedBy>
  <cp:revision>11</cp:revision>
  <dcterms:created xsi:type="dcterms:W3CDTF">2026-04-06T17:52:18Z</dcterms:created>
  <dcterms:modified xsi:type="dcterms:W3CDTF">2026-04-08T17:26:03Z</dcterms:modified>
</cp:coreProperties>
</file>